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+ FRAME. 'By the end of 45 minutes you'll have built something that runs your Monday morning for you, every week, without you touching it. No tech background — we're installing a team that already knows the job. Let's make this as simple and efficient as possible so we can have a bit of fun.' Prereq check: Cowork open + Xero login handy.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(land the feeling). Paint the normal Monday. Pause. Watch for nods. Don't teach yet. PFFT add: 'And the numbers? Half the time we don't even open Xero because we're not sure we want to see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EXAMINE (surface the cost). Take 2–3 answers (group) or one honest one (1:1). Reflect back: 'So it's costing you time AND peace of mind.' PIVOT LINE: 'I know it feels like one more tech thing. It's not. It gets harder before it gets easier — but this one gets easier fast, and then it just runs. Forever. For free.'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(paint the after). 'That's what we're building today. Not someday. Today.' PFFT beach/mountain: 'If you sat on a beach or climbed a mountain for a month, would your business still run? Your Monday brief would still land.'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 (a) the model. Teach the analogy slowly — it's the sticky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 (b) what it pulls. PFFT: 'When I say the money, I mean what's actually IN THE BANK — cash in the bank, not margin, not markup. The real number.'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 (c) the shift. PFANZ raise the stakes: 'This isn't just admin you're saving — it's a COACHING DELIVERABLE. Something you can sell. It moves you out of BAS-and-tax and into coaching.'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— you lead, they follow. 'We're shopping for a team, not building one.' Check the room after each step: 'Everyone with me? Thumbs up.'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DWELL HERE — this is the difference-maker. 'That's the difference between AI that's okay and AI that's actually useful.'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— connection step. Only connect what they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 — they run it on their OWN data. GO QUIET. The screen sells this — don't talk over it. Let someone react. This is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 — schedule. 'That's the line we just crossed.' 4MAT note: keep Step 5 (you driving) and Step 6 (their data) separate — the personal-data moment is where the win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REFINE — troubleshoot + customise. THEN NAME THE WIN: get each person to finish out loud — 'I no longer build my own… Monday morning.' Naming makes it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 — what now. PFANZ double win: 'You can teach THIS to your clients — offer it in their first 30 days, before you've touched a reconciliation.' COMMIT: everyone names ONE thing they'll automate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'Build your business to work for you, rather than you working for the business — and let your tools do the same.' PFANZ sign-off: 'Go put it to work. — Katie'  ·  PFFT: 'Now go win your week. — Katie'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000000"/>
                </a:solidFill>
                <a:latin typeface="Arial"/>
              </a:rPr>
              <a:t>The Monday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Your week, built before you sit down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 quick AI win — built once, runs every Monday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Arial"/>
              </a:rPr>
              <a:t>QUADRANT 1 · WHY  ·  STEP 1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000000"/>
                </a:solidFill>
                <a:latin typeface="Arial"/>
              </a:rPr>
              <a:t>Sound familiar?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Open Xero. Open the calendar. Scroll the inbox.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Hold the whole week in your head.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Start the week already behind.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Arial"/>
              </a:rPr>
              <a:t>QUADRANT 1 · WHY  ·  STEP 2 EXAMINE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Arial"/>
              </a:rPr>
              <a:t>What does your Monday-morning scramble actually cost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Time?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 missed follow-up?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Starting the week stressed?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Arial"/>
              </a:rPr>
              <a:t>QUADRANT 2 · WHAT  ·  STEP 3 IMAGINE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Arial"/>
              </a:rPr>
              <a:t>Now imagine it just… arrives.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BEFORE:  the Monday scramble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AFTER:  one brief — cash position · the week ahead · who to chase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Every Monday, 7am. Built before you sit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2 · WHAT  ·  STEP 4 INFORM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Skill vs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 SKILL is a recipe card — does one job (e.g. write this invoice)</a:t>
            </a:r>
          </a:p>
          <a:p>
            <a:pPr lvl="1" algn="l">
              <a:spcAft>
                <a:spcPts val="1000"/>
              </a:spcAft>
            </a:pPr>
            <a:r>
              <a:rPr sz="2200">
                <a:solidFill>
                  <a:srgbClr val="555555"/>
                </a:solidFill>
                <a:latin typeface="Arial"/>
              </a:rPr>
              <a:t>      – …but it can't check if it's overdue, chase, or update records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 PLUGIN is the whole cookbook — many recipes + a chef who knows them all</a:t>
            </a:r>
          </a:p>
          <a:p>
            <a:pPr lvl="1" algn="l">
              <a:spcAft>
                <a:spcPts val="1000"/>
              </a:spcAft>
            </a:pPr>
            <a:r>
              <a:rPr sz="2200">
                <a:solidFill>
                  <a:srgbClr val="555555"/>
                </a:solidFill>
                <a:latin typeface="Arial"/>
              </a:rPr>
              <a:t>      – It can check, decide and act across a whole job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The Monday Brief lives in the small business plugin = the cookbook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2 · WHAT  ·  STEP 4 INFORM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What the brief pulls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THE MONEY — cash, sales, anything overdue (from Xero)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THE WEEK — what's on, who you're seeing (from your calendar)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THE FOLLOW-UPS — what needs a reply (from your email)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2 · WHAT  ·  STEP 4 INFORM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The shift: chatbot → 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Most people use AI like a chatbot — ask, answer, close the tab, gone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Today we cross the line: from USING AI to having it WORK FOR YOU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Same shift as building the business to work for you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3 · HOW  ·  STEP 5 PRACTICE  ·  BUILD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Install the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1.  Cowork → Customise → Plugins → Browse Plugins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2.  Find 'small business' (nearly a million downloads) → hit +</a:t>
            </a:r>
          </a:p>
          <a:p>
            <a:pPr lvl="1" algn="l">
              <a:spcAft>
                <a:spcPts val="1000"/>
              </a:spcAft>
            </a:pPr>
            <a:r>
              <a:rPr sz="2200">
                <a:solidFill>
                  <a:srgbClr val="555555"/>
                </a:solidFill>
                <a:latin typeface="Arial"/>
              </a:rPr>
              <a:t>      – That installs 31 ready-made skills in one 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3 · HOW  ·  STEP 5 PRACTICE  ·  BUILD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Customise it to YOUR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3.  Hit Customise — tell it: Australia · Xero · BAS · GST</a:t>
            </a:r>
          </a:p>
          <a:p>
            <a:pPr lvl="1" algn="l">
              <a:spcAft>
                <a:spcPts val="1000"/>
              </a:spcAft>
            </a:pPr>
            <a:r>
              <a:rPr sz="2200">
                <a:solidFill>
                  <a:srgbClr val="555555"/>
                </a:solidFill>
                <a:latin typeface="Arial"/>
              </a:rPr>
              <a:t>      – Watch it convert the US defaults across for you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Off-the-shelf guesses average. Customised fits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3 · HOW  ·  STEP 5 PRACTICE  ·  BUILD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Connect your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4.  Connect Xero — plus your calendar and email</a:t>
            </a:r>
          </a:p>
          <a:p>
            <a:pPr lvl="1" algn="l">
              <a:spcAft>
                <a:spcPts val="1000"/>
              </a:spcAft>
            </a:pPr>
            <a:r>
              <a:rPr sz="2200">
                <a:solidFill>
                  <a:srgbClr val="555555"/>
                </a:solidFill>
                <a:latin typeface="Arial"/>
              </a:rPr>
              <a:t>      – That's what lets the brief pull your REAL numbers, not a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3 · HOW  ·  STEP 6 EXTEND  ·  THE WOW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Run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5.  Call in the Monday Brief → Run → 'allow for this task'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6.  Watch it pull in YOUR cash position and YOUR week</a:t>
            </a:r>
          </a:p>
          <a:p>
            <a:pPr lvl="1" algn="l">
              <a:spcAft>
                <a:spcPts val="1000"/>
              </a:spcAft>
            </a:pPr>
            <a:r>
              <a:rPr sz="2200">
                <a:solidFill>
                  <a:srgbClr val="555555"/>
                </a:solidFill>
                <a:latin typeface="Arial"/>
              </a:rPr>
              <a:t>      – That's your money, your week — and you assembled none of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Arial"/>
              </a:rPr>
              <a:t>QUADRANT 3 · HOW  ·  STEP 6 EXTEND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000000"/>
                </a:solidFill>
                <a:latin typeface="Arial"/>
              </a:rPr>
              <a:t>Schedule it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7.  It asks: run this every week? → Say YES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From a tool you operate → a team that turns up on its 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4 · WHAT IF  ·  STEP 7 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Make it yours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'Plugin validation failed' on save = normal, it fixes itself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 blank section just means you don't use that tool — fine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Permission prompts ease off after the first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QUADRANT 4 · WHAT IF  ·  STEP 8 PERFORM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One recipe card → the whole cookbook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 Friday check — revenue vs last week, wins, watch-outs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An invoice chaser — flags overdue, drafts the follow-up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Your whole operating system in one 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Arial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You didn't learn to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You spent ten minutes — now something works for you every week, for free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That's what AI is for in a business: not answering questions — doing the work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This is one. There are dozens.</a:t>
            </a:r>
          </a:p>
          <a:p>
            <a:pPr algn="ctr">
              <a:spcAft>
                <a:spcPts val="1000"/>
              </a:spcAft>
            </a:pPr>
            <a:r>
              <a:rPr sz="2600">
                <a:solidFill>
                  <a:srgbClr val="000000"/>
                </a:solidFill>
                <a:latin typeface="Arial"/>
              </a:rPr>
              <a:t>•  Your one next automation this week: 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